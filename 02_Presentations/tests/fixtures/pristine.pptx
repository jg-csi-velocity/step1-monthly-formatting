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discussion on branch-level replicability.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carries 2.1x the interchange of 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Responder lift: $128 avg incremental debit spend per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Upsell opportunity: auto-enroll overdraft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65D"/>
                </a:solidFill>
                <a:latin typeface="Montserrat"/>
              </a:rPr>
              <a:t>Q1 2026 Debit Card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ontserrat"/>
              </a:rPr>
              <a:t>Cape &amp; Coast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Three branches drove 62% of debit growth, led by Main Office at 23%.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Recommend targeted staff training at top three 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Interchange revenue rose 14% year-over-year on PIN-signature mix shift.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Continue promoting signature transactions through rewards.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Attrition declined 8% after the Q4 re-engagement campaign.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Extend campaign cadence to quarterly in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Payroll direct-deposit penetration reached 71%, up 4 points.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PFI status for payroll accounts is 3x portfolio average.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
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PIN-signature mix comment.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B365D"/>
                </a:solidFill>
                <a:latin typeface="Montserrat"/>
              </a:rPr>
              <a:t>Q1 2026 Debit Card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Montserrat"/>
              </a:rPr>
              <a:t>Cape &amp; Coast Bank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B365D"/>
                </a:solidFill>
                <a:latin typeface="Montserrat"/>
              </a:rPr>
              <a:t>Debit Card Performance by Branch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latin typeface="Montserrat"/>
              </a:rPr>
              <a:t>Main Office leads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B365D"/>
                </a:solidFill>
                <a:latin typeface="Montserrat"/>
              </a:rPr>
              <a:t>Interchange revenue rose 14% year-over-year on PIN-signature mix shift.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54E3E"/>
                </a:solidFill>
                <a:latin typeface="Montserrat"/>
              </a:rPr>
              <a:t>Attrition declined 8% after the Q4 re-engagement campaign.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latin typeface="Montserrat"/>
              </a:rPr>
              <a:t>Extend cadence.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
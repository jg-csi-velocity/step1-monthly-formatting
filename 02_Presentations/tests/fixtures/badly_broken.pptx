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latin typeface="Times New Roman"/>
              </a:rPr>
              <a:t>Quarterly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B12CD"/>
                </a:solidFill>
                <a:latin typeface="Times New Roman"/>
              </a:rPr>
              <a:t>Debit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65D"/>
                </a:solidFill>
                <a:latin typeface="Times New Roman"/>
              </a:rPr>
              <a:t>Attrition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